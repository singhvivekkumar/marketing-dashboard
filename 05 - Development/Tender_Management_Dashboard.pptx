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Tender &amp; Lead Management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Progress, Architecture &amp; Future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centralized Tender Management System</a:t>
            </a:r>
          </a:p>
          <a:p>
            <a:r>
              <a:t>Real-time dashboard insights</a:t>
            </a:r>
          </a:p>
          <a:p>
            <a:r>
              <a:t>Better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Scattered data</a:t>
            </a:r>
          </a:p>
          <a:p>
            <a:r>
              <a:t>No visibility</a:t>
            </a:r>
          </a:p>
          <a:p>
            <a:r>
              <a:t>Difficult tracking</a:t>
            </a:r>
          </a:p>
          <a:p>
            <a:r>
              <a:t>No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Dashboard-driven system</a:t>
            </a:r>
          </a:p>
          <a:p>
            <a:r>
              <a:t>Node.js MVC + Sequelize</a:t>
            </a:r>
          </a:p>
          <a:p>
            <a:r>
              <a:t>Structured data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→ Controller → Service → DTO →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Tender details, customer info, values, dates, ownership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cards</a:t>
            </a:r>
          </a:p>
          <a:p>
            <a:r>
              <a:t>Tender listing</a:t>
            </a:r>
          </a:p>
          <a:p>
            <a:r>
              <a:t>API integration</a:t>
            </a:r>
          </a:p>
          <a:p>
            <a:r>
              <a:t>Clean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Lifecycle: Identified → In Progress → Submitted → Won/Lost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DTO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Separation of logic and formatting</a:t>
            </a:r>
          </a:p>
          <a:p>
            <a:r>
              <a:t>Clean API responses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Kanban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Stage-based grouping</a:t>
            </a:r>
          </a:p>
          <a:p>
            <a:r>
              <a:t>Pipeline tracking</a:t>
            </a:r>
          </a:p>
          <a:p>
            <a:r>
              <a:t>Drag-drop ready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Tender, Operator, Consortium, Stage History, Documents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architecture</a:t>
            </a:r>
          </a:p>
          <a:p>
            <a:r>
              <a:t>Scalable design</a:t>
            </a:r>
          </a:p>
          <a:p>
            <a:r>
              <a:t>Dashboard APIs ready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RBAC</a:t>
            </a:r>
          </a:p>
          <a:p>
            <a:r>
              <a:t>No audit logs</a:t>
            </a:r>
          </a:p>
          <a:p>
            <a:r>
              <a:t>Limited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Filtering, RBAC, Kanban, alerts, AI prediction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Badges, icons, charts, better UI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Modular, microservices-ready, extendable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foundation</a:t>
            </a:r>
          </a:p>
          <a:p>
            <a:r>
              <a:t>Ready for enterprise scaling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